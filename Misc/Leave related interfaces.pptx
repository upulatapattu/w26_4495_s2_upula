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1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B72AD-BF4C-B323-C540-5C3F29356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CF5B1B-3DD5-CBC8-7D06-68C17E634D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F8CE0-57F2-00DC-361D-662428C9F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D73B3-644C-441F-87C4-03F88166FF46}" type="datetimeFigureOut">
              <a:rPr lang="fr-CA" smtClean="0"/>
              <a:t>2026-02-19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666B4-5453-5090-A7A7-5D39BDB4C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933FE-98B5-843A-319D-7DC472D33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A3CA9-973E-4CA2-8C6B-556FC1C4204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04237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79094-8355-68B9-54F9-B7D326478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A25F5-08E2-6D00-8F41-A7AD6CEDA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7DC2F-C119-3F3F-0C42-8DF2918B2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D73B3-644C-441F-87C4-03F88166FF46}" type="datetimeFigureOut">
              <a:rPr lang="fr-CA" smtClean="0"/>
              <a:t>2026-02-19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395E3-D832-E633-7252-B46382F55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7B814-AF5C-78E9-1018-7CD24A975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A3CA9-973E-4CA2-8C6B-556FC1C4204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53882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1B490-F159-2937-D166-6D01F6436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E16E8-482A-7E84-0B24-93E51126F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0B093-9BA7-672A-4B30-FEC70D73E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D73B3-644C-441F-87C4-03F88166FF46}" type="datetimeFigureOut">
              <a:rPr lang="fr-CA" smtClean="0"/>
              <a:t>2026-02-19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86E5E-0B60-17C6-6DFE-416E41041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A371E-AA22-4652-0084-847DD667C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A3CA9-973E-4CA2-8C6B-556FC1C4204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16692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CBA19-22D9-C629-F53D-4BECE4155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69DFA-A449-84B9-A0E5-FF65384424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48E26-126A-030B-782E-C9753CA68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F308C4-077E-62A4-D622-915C78BF3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D73B3-644C-441F-87C4-03F88166FF46}" type="datetimeFigureOut">
              <a:rPr lang="fr-CA" smtClean="0"/>
              <a:t>2026-02-19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5F00C-D09D-E794-49AB-0687503FC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4AFE3-B70A-8D49-A3D9-4BEF552D5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A3CA9-973E-4CA2-8C6B-556FC1C4204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74121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50B26-8282-E8BE-0037-B5CCB9473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B7088-B785-0B66-58E4-485136736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1977D-7DAE-D7BA-75F5-F98B2190F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8E3E38-C588-71D6-F439-56A111953A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CB806-1E03-F067-E51A-5D969D42E1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EB12F9-8683-AEE7-587E-924C3648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D73B3-644C-441F-87C4-03F88166FF46}" type="datetimeFigureOut">
              <a:rPr lang="fr-CA" smtClean="0"/>
              <a:t>2026-02-19</a:t>
            </a:fld>
            <a:endParaRPr lang="fr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F3DB35-65C1-C726-F764-74001960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DE634-4CA1-223D-6904-964523E35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A3CA9-973E-4CA2-8C6B-556FC1C4204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289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2B36A-F111-9C98-7568-9C8450EBA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A85094-CE30-DD1B-B980-32CE78763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D73B3-644C-441F-87C4-03F88166FF46}" type="datetimeFigureOut">
              <a:rPr lang="fr-CA" smtClean="0"/>
              <a:t>2026-02-19</a:t>
            </a:fld>
            <a:endParaRPr lang="fr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89FB0C-06AF-0594-B626-DA5A51D87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67B86F-30D3-FDFD-3E6E-DEC4E9294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A3CA9-973E-4CA2-8C6B-556FC1C4204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95428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1F7551-C673-37AA-5C06-6AFF58A6F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D73B3-644C-441F-87C4-03F88166FF46}" type="datetimeFigureOut">
              <a:rPr lang="fr-CA" smtClean="0"/>
              <a:t>2026-02-19</a:t>
            </a:fld>
            <a:endParaRPr lang="fr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034CCF-8BAC-FCD6-EF39-3F1BB3844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205D5-692E-CB98-EE77-2584A35B1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A3CA9-973E-4CA2-8C6B-556FC1C4204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07464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2CA24-6F7D-6F50-A0EC-70E1337B9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ABA6D-4B18-628B-8C72-E4FFF7634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116733-064A-9FCF-65AB-6150E284C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2D50C-1A10-A2F0-A9E6-C3AB864DB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D73B3-644C-441F-87C4-03F88166FF46}" type="datetimeFigureOut">
              <a:rPr lang="fr-CA" smtClean="0"/>
              <a:t>2026-02-19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08207-F760-0B17-E8CB-F211400A7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C7BED-2305-4E61-A47B-EA564A8C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A3CA9-973E-4CA2-8C6B-556FC1C4204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5886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BFA8C-16B7-FC0E-8502-2D7128A2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4F3B8B-482A-8A22-667F-2D6DCAE56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F27127-9C80-775E-B2F9-98B0C52D8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8877C-93F7-1875-79C0-A91E54124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D73B3-644C-441F-87C4-03F88166FF46}" type="datetimeFigureOut">
              <a:rPr lang="fr-CA" smtClean="0"/>
              <a:t>2026-02-19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95A26-F274-FD84-D012-A4BB81085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A8F30-B919-60E1-E5A7-5B3420AFC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A3CA9-973E-4CA2-8C6B-556FC1C4204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59945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B0328-0EB8-48E0-65B1-A6AB7FAD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A50126-6D2A-8417-A89F-BF8C4269B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BE308-903F-BB64-A097-0E5BEE05C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D73B3-644C-441F-87C4-03F88166FF46}" type="datetimeFigureOut">
              <a:rPr lang="fr-CA" smtClean="0"/>
              <a:t>2026-02-19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B8E1D-90F8-F9DE-ED7D-4448233E7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C32EE-4B15-D830-9975-F0C2702AD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A3CA9-973E-4CA2-8C6B-556FC1C4204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36627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48FEB2-8D3B-AFC5-1A40-38B7C3EC0E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E2BB44-E813-7547-F407-5F76D50B5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26133-2AE8-D587-BF8B-F87EA96B6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D73B3-644C-441F-87C4-03F88166FF46}" type="datetimeFigureOut">
              <a:rPr lang="fr-CA" smtClean="0"/>
              <a:t>2026-02-19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D36E3-220D-9ACB-9CDD-22C2C937D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3161C-B79F-8448-7ECB-9AB543B1C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A3CA9-973E-4CA2-8C6B-556FC1C4204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3141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5080C7-98E8-49D9-A5AC-D6BD9988C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6EE50-8EBC-2455-C4F0-A5524D55F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94AF2-2881-A1AD-EA81-60E6D28F80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6D73B3-644C-441F-87C4-03F88166FF46}" type="datetimeFigureOut">
              <a:rPr lang="fr-CA" smtClean="0"/>
              <a:t>2026-02-19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2C15A-AADA-32DC-6FC4-A01F3F4D60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E494F-1419-F73A-A34F-E8FBE3C14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FA3CA9-973E-4CA2-8C6B-556FC1C4204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26038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2FF43-F1FA-A539-7FD6-2BA7279F0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C69B6CD-ED86-2CF9-9A5B-CDBBB826DAE8}"/>
              </a:ext>
            </a:extLst>
          </p:cNvPr>
          <p:cNvSpPr/>
          <p:nvPr/>
        </p:nvSpPr>
        <p:spPr>
          <a:xfrm>
            <a:off x="4744439" y="1119166"/>
            <a:ext cx="2121185" cy="21211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Photo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5DA18A-F738-CC31-5204-0A6EFC8647F2}"/>
              </a:ext>
            </a:extLst>
          </p:cNvPr>
          <p:cNvSpPr/>
          <p:nvPr/>
        </p:nvSpPr>
        <p:spPr>
          <a:xfrm>
            <a:off x="1846555" y="1376040"/>
            <a:ext cx="2689934" cy="4083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8BC07F-5ADB-444B-D539-5A5599FC8EB5}"/>
              </a:ext>
            </a:extLst>
          </p:cNvPr>
          <p:cNvSpPr/>
          <p:nvPr/>
        </p:nvSpPr>
        <p:spPr>
          <a:xfrm>
            <a:off x="435006" y="1376040"/>
            <a:ext cx="1340528" cy="4083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Name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953A96-2CBD-6040-0092-06A4A5A800A5}"/>
              </a:ext>
            </a:extLst>
          </p:cNvPr>
          <p:cNvSpPr/>
          <p:nvPr/>
        </p:nvSpPr>
        <p:spPr>
          <a:xfrm>
            <a:off x="1846555" y="1970844"/>
            <a:ext cx="2689934" cy="4083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2EDF6E-E12F-4B71-A05D-0D36E07D03C4}"/>
              </a:ext>
            </a:extLst>
          </p:cNvPr>
          <p:cNvSpPr/>
          <p:nvPr/>
        </p:nvSpPr>
        <p:spPr>
          <a:xfrm>
            <a:off x="435006" y="1970844"/>
            <a:ext cx="1340528" cy="4083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ID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680941-3F84-6505-8E40-2733EEC760B2}"/>
              </a:ext>
            </a:extLst>
          </p:cNvPr>
          <p:cNvSpPr/>
          <p:nvPr/>
        </p:nvSpPr>
        <p:spPr>
          <a:xfrm>
            <a:off x="1846555" y="2565648"/>
            <a:ext cx="2689934" cy="4083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0BB893-B922-ADDA-BE16-DC65567D4C69}"/>
              </a:ext>
            </a:extLst>
          </p:cNvPr>
          <p:cNvSpPr/>
          <p:nvPr/>
        </p:nvSpPr>
        <p:spPr>
          <a:xfrm>
            <a:off x="435006" y="2565648"/>
            <a:ext cx="1340528" cy="4083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200" dirty="0"/>
              <a:t>Phone </a:t>
            </a:r>
            <a:r>
              <a:rPr lang="fr-CA" sz="1200" dirty="0" err="1"/>
              <a:t>Number</a:t>
            </a:r>
            <a:endParaRPr lang="fr-CA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F73CA6-9435-5AC8-054B-463E7B9410D2}"/>
              </a:ext>
            </a:extLst>
          </p:cNvPr>
          <p:cNvSpPr/>
          <p:nvPr/>
        </p:nvSpPr>
        <p:spPr>
          <a:xfrm>
            <a:off x="8489562" y="1376040"/>
            <a:ext cx="2689934" cy="4083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394135-4C2B-B66D-D9C3-B780DF6DDB73}"/>
              </a:ext>
            </a:extLst>
          </p:cNvPr>
          <p:cNvSpPr/>
          <p:nvPr/>
        </p:nvSpPr>
        <p:spPr>
          <a:xfrm>
            <a:off x="7078013" y="1376040"/>
            <a:ext cx="1340528" cy="4083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err="1"/>
              <a:t>Address</a:t>
            </a:r>
            <a:endParaRPr lang="fr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FF581F-B607-2D49-A2D5-E14BF8FF6B8A}"/>
              </a:ext>
            </a:extLst>
          </p:cNvPr>
          <p:cNvSpPr/>
          <p:nvPr/>
        </p:nvSpPr>
        <p:spPr>
          <a:xfrm>
            <a:off x="8489562" y="1970844"/>
            <a:ext cx="2689934" cy="4083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C62743-7431-B330-2389-933B8C3CB6D2}"/>
              </a:ext>
            </a:extLst>
          </p:cNvPr>
          <p:cNvSpPr/>
          <p:nvPr/>
        </p:nvSpPr>
        <p:spPr>
          <a:xfrm>
            <a:off x="7078013" y="1970844"/>
            <a:ext cx="1340528" cy="4083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600" dirty="0"/>
              <a:t>Postal Code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F9E61E-1220-8060-8DB9-89589B736F03}"/>
              </a:ext>
            </a:extLst>
          </p:cNvPr>
          <p:cNvSpPr/>
          <p:nvPr/>
        </p:nvSpPr>
        <p:spPr>
          <a:xfrm>
            <a:off x="8489562" y="2565648"/>
            <a:ext cx="2689934" cy="4083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9E9C7F-0BFF-3AB1-B134-DC424CE36907}"/>
              </a:ext>
            </a:extLst>
          </p:cNvPr>
          <p:cNvSpPr/>
          <p:nvPr/>
        </p:nvSpPr>
        <p:spPr>
          <a:xfrm>
            <a:off x="7078013" y="2565648"/>
            <a:ext cx="1340528" cy="4083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200" dirty="0"/>
              <a:t>Emergency Contact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2401E34-3789-9031-1722-057AC84362E4}"/>
              </a:ext>
            </a:extLst>
          </p:cNvPr>
          <p:cNvSpPr/>
          <p:nvPr/>
        </p:nvSpPr>
        <p:spPr>
          <a:xfrm>
            <a:off x="2942724" y="3928369"/>
            <a:ext cx="2689934" cy="408373"/>
          </a:xfrm>
          <a:prstGeom prst="roundRect">
            <a:avLst>
              <a:gd name="adj" fmla="val 23189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Enter Time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464ED9D-2F4F-1764-52CA-69EAF422BA51}"/>
              </a:ext>
            </a:extLst>
          </p:cNvPr>
          <p:cNvSpPr/>
          <p:nvPr/>
        </p:nvSpPr>
        <p:spPr>
          <a:xfrm>
            <a:off x="5847202" y="3928369"/>
            <a:ext cx="2689934" cy="408373"/>
          </a:xfrm>
          <a:prstGeom prst="roundRect">
            <a:avLst>
              <a:gd name="adj" fmla="val 23189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err="1"/>
              <a:t>Pay</a:t>
            </a:r>
            <a:r>
              <a:rPr lang="fr-CA" dirty="0"/>
              <a:t> Stubs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E08FF92-AC61-07B9-719A-399D0371202D}"/>
              </a:ext>
            </a:extLst>
          </p:cNvPr>
          <p:cNvSpPr/>
          <p:nvPr/>
        </p:nvSpPr>
        <p:spPr>
          <a:xfrm>
            <a:off x="2942724" y="4540928"/>
            <a:ext cx="2689934" cy="408373"/>
          </a:xfrm>
          <a:prstGeom prst="roundRect">
            <a:avLst>
              <a:gd name="adj" fmla="val 23189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err="1"/>
              <a:t>Availability</a:t>
            </a:r>
            <a:endParaRPr lang="fr-CA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EC621F1-9395-B711-8796-B39285A9D966}"/>
              </a:ext>
            </a:extLst>
          </p:cNvPr>
          <p:cNvSpPr/>
          <p:nvPr/>
        </p:nvSpPr>
        <p:spPr>
          <a:xfrm>
            <a:off x="5840608" y="4540928"/>
            <a:ext cx="2689934" cy="408373"/>
          </a:xfrm>
          <a:prstGeom prst="roundRect">
            <a:avLst>
              <a:gd name="adj" fmla="val 23189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Apply </a:t>
            </a:r>
            <a:r>
              <a:rPr lang="fr-CA" dirty="0" err="1"/>
              <a:t>Leave</a:t>
            </a:r>
            <a:endParaRPr lang="fr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9502CB-E031-6260-24D0-98D107819E2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72014" y="-16103"/>
            <a:ext cx="1300060" cy="103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74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E660E1-76E1-AB99-4E14-6C9E22E50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5285"/>
            <a:ext cx="12192000" cy="396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682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FB48A4-CED8-659C-3687-F6276EACDE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598"/>
          <a:stretch>
            <a:fillRect/>
          </a:stretch>
        </p:blipFill>
        <p:spPr>
          <a:xfrm>
            <a:off x="356384" y="1866961"/>
            <a:ext cx="11479227" cy="275830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A0245E8-18BD-BEB2-9DCF-8CCE740842DA}"/>
              </a:ext>
            </a:extLst>
          </p:cNvPr>
          <p:cNvSpPr/>
          <p:nvPr/>
        </p:nvSpPr>
        <p:spPr>
          <a:xfrm>
            <a:off x="4284954" y="375512"/>
            <a:ext cx="3622089" cy="654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15-02-2026 – 28-02-2026 </a:t>
            </a:r>
            <a:endParaRPr lang="fr-CA" dirty="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855825D3-99E0-22A3-0E29-37C5C2098BF1}"/>
              </a:ext>
            </a:extLst>
          </p:cNvPr>
          <p:cNvSpPr/>
          <p:nvPr/>
        </p:nvSpPr>
        <p:spPr>
          <a:xfrm flipV="1">
            <a:off x="7528264" y="585926"/>
            <a:ext cx="257453" cy="221942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84AC79-2153-29A9-6A37-D93989C1CF47}"/>
              </a:ext>
            </a:extLst>
          </p:cNvPr>
          <p:cNvSpPr/>
          <p:nvPr/>
        </p:nvSpPr>
        <p:spPr>
          <a:xfrm>
            <a:off x="1606858" y="375512"/>
            <a:ext cx="2467992" cy="65429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Pay Period</a:t>
            </a:r>
            <a:endParaRPr lang="fr-CA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822BA6-2889-266E-E1D3-27A92EF4B265}"/>
              </a:ext>
            </a:extLst>
          </p:cNvPr>
          <p:cNvSpPr/>
          <p:nvPr/>
        </p:nvSpPr>
        <p:spPr>
          <a:xfrm>
            <a:off x="4284955" y="1212664"/>
            <a:ext cx="2071457" cy="654297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Week 1</a:t>
            </a:r>
            <a:endParaRPr lang="fr-CA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30E900-3E85-E757-0402-067AF78F3DE0}"/>
              </a:ext>
            </a:extLst>
          </p:cNvPr>
          <p:cNvSpPr/>
          <p:nvPr/>
        </p:nvSpPr>
        <p:spPr>
          <a:xfrm>
            <a:off x="6492535" y="1212664"/>
            <a:ext cx="2071457" cy="654297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Week 2</a:t>
            </a:r>
            <a:endParaRPr lang="fr-CA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F82244-D023-CE3C-E166-BD1A2FD33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927" y="3530139"/>
            <a:ext cx="8545118" cy="41915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C03E424-9784-3AE9-E8F1-8A4AAE20E050}"/>
              </a:ext>
            </a:extLst>
          </p:cNvPr>
          <p:cNvSpPr/>
          <p:nvPr/>
        </p:nvSpPr>
        <p:spPr>
          <a:xfrm>
            <a:off x="10298097" y="2201662"/>
            <a:ext cx="1268948" cy="514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74978BA-1B88-8DA0-5434-C764F27CEE86}"/>
              </a:ext>
            </a:extLst>
          </p:cNvPr>
          <p:cNvSpPr/>
          <p:nvPr/>
        </p:nvSpPr>
        <p:spPr>
          <a:xfrm>
            <a:off x="9495588" y="5612475"/>
            <a:ext cx="2071457" cy="654297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</a:t>
            </a:r>
            <a:endParaRPr lang="fr-CA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1B38C27-0409-4570-B43C-186D3CD332A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33556" y="4633847"/>
            <a:ext cx="450633" cy="4105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D57C6A-204B-FDBE-6E58-0C14F5515C6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66531" y="4633847"/>
            <a:ext cx="450633" cy="41057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9ACC112-3E80-E899-0F15-C6F45FDEBAC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30576" y="4625266"/>
            <a:ext cx="450633" cy="41057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268544E-3AF5-E71B-B50E-8D6E89FEC5D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63551" y="4625266"/>
            <a:ext cx="450633" cy="41057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585B578-2440-4222-3E3C-A47B05283CF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04897" y="4625266"/>
            <a:ext cx="450633" cy="41057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25FC9DD-C223-82F9-7EE6-5D9D4244BE7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46243" y="4625266"/>
            <a:ext cx="450633" cy="41057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96F313A-08C0-E714-7B5A-A8F461FB186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566645" y="4625266"/>
            <a:ext cx="450633" cy="41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983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D968A-C7A7-C7DE-3BDA-2594BC73A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F6159-D959-B283-B0BE-96F0E88BD0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598"/>
          <a:stretch>
            <a:fillRect/>
          </a:stretch>
        </p:blipFill>
        <p:spPr>
          <a:xfrm>
            <a:off x="356384" y="1866961"/>
            <a:ext cx="11479227" cy="2758305"/>
          </a:xfrm>
          <a:prstGeom prst="rect">
            <a:avLst/>
          </a:prstGeom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8CEB05F-3CA2-646C-A110-986597ED375C}"/>
              </a:ext>
            </a:extLst>
          </p:cNvPr>
          <p:cNvSpPr/>
          <p:nvPr/>
        </p:nvSpPr>
        <p:spPr>
          <a:xfrm>
            <a:off x="4284954" y="375512"/>
            <a:ext cx="3622089" cy="654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15-02-2026 – 28-02-2026 </a:t>
            </a:r>
            <a:endParaRPr lang="fr-CA" dirty="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EB8F4AD7-156F-AD14-6915-3A3D37D87125}"/>
              </a:ext>
            </a:extLst>
          </p:cNvPr>
          <p:cNvSpPr/>
          <p:nvPr/>
        </p:nvSpPr>
        <p:spPr>
          <a:xfrm flipV="1">
            <a:off x="7528264" y="585926"/>
            <a:ext cx="257453" cy="221942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6C81DE-5B78-818C-F358-CDF8F39265CC}"/>
              </a:ext>
            </a:extLst>
          </p:cNvPr>
          <p:cNvSpPr/>
          <p:nvPr/>
        </p:nvSpPr>
        <p:spPr>
          <a:xfrm>
            <a:off x="1606858" y="375512"/>
            <a:ext cx="2467992" cy="65429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Pay Period</a:t>
            </a:r>
            <a:endParaRPr lang="fr-CA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499F7F-1998-350E-4F73-E68155E13A74}"/>
              </a:ext>
            </a:extLst>
          </p:cNvPr>
          <p:cNvSpPr/>
          <p:nvPr/>
        </p:nvSpPr>
        <p:spPr>
          <a:xfrm>
            <a:off x="4284955" y="1212664"/>
            <a:ext cx="2071457" cy="65429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Week 1</a:t>
            </a:r>
            <a:endParaRPr lang="fr-CA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EFEA259-A8B7-D401-9C41-CF0644C9E27B}"/>
              </a:ext>
            </a:extLst>
          </p:cNvPr>
          <p:cNvSpPr/>
          <p:nvPr/>
        </p:nvSpPr>
        <p:spPr>
          <a:xfrm>
            <a:off x="6492535" y="1212664"/>
            <a:ext cx="2071457" cy="654297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lt1"/>
                </a:solidFill>
              </a:rPr>
              <a:t>Week 2</a:t>
            </a:r>
            <a:endParaRPr lang="fr-CA" dirty="0">
              <a:solidFill>
                <a:schemeClr val="lt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E26F2B-689D-96A5-45F6-354868099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927" y="3530139"/>
            <a:ext cx="8545118" cy="41915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C40B4E1-C1A2-E90E-1FFC-90ECFD598862}"/>
              </a:ext>
            </a:extLst>
          </p:cNvPr>
          <p:cNvSpPr/>
          <p:nvPr/>
        </p:nvSpPr>
        <p:spPr>
          <a:xfrm>
            <a:off x="10298097" y="2201662"/>
            <a:ext cx="1268948" cy="514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67C72C3-CECC-A18E-9615-1EA8E737E072}"/>
              </a:ext>
            </a:extLst>
          </p:cNvPr>
          <p:cNvSpPr/>
          <p:nvPr/>
        </p:nvSpPr>
        <p:spPr>
          <a:xfrm>
            <a:off x="9495588" y="5612475"/>
            <a:ext cx="2071457" cy="654297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Submit</a:t>
            </a:r>
            <a:endParaRPr lang="fr-CA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9F7368-8C68-22F2-FF93-2D512BBDE1B2}"/>
              </a:ext>
            </a:extLst>
          </p:cNvPr>
          <p:cNvSpPr/>
          <p:nvPr/>
        </p:nvSpPr>
        <p:spPr>
          <a:xfrm>
            <a:off x="2840854" y="3134912"/>
            <a:ext cx="1233996" cy="237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Feb 22</a:t>
            </a:r>
            <a:endParaRPr lang="fr-CA" sz="1200" b="1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EB1A76-F8F9-85D2-75A8-F99262286A65}"/>
              </a:ext>
            </a:extLst>
          </p:cNvPr>
          <p:cNvSpPr/>
          <p:nvPr/>
        </p:nvSpPr>
        <p:spPr>
          <a:xfrm>
            <a:off x="4074850" y="3134912"/>
            <a:ext cx="1233996" cy="237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Feb 22</a:t>
            </a:r>
            <a:endParaRPr lang="fr-CA" sz="120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B5A8EA-127B-4878-812D-8D3478D9ACA7}"/>
              </a:ext>
            </a:extLst>
          </p:cNvPr>
          <p:cNvSpPr/>
          <p:nvPr/>
        </p:nvSpPr>
        <p:spPr>
          <a:xfrm>
            <a:off x="5258539" y="3134912"/>
            <a:ext cx="1233996" cy="237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Feb 23</a:t>
            </a:r>
            <a:endParaRPr lang="fr-CA" sz="1200" b="1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8CCECC-38CB-0352-C1F8-697319F62005}"/>
              </a:ext>
            </a:extLst>
          </p:cNvPr>
          <p:cNvSpPr/>
          <p:nvPr/>
        </p:nvSpPr>
        <p:spPr>
          <a:xfrm>
            <a:off x="6422994" y="3134912"/>
            <a:ext cx="1233996" cy="237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Feb 24</a:t>
            </a:r>
            <a:endParaRPr lang="fr-CA" sz="1200" b="1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49A7A0-E11C-9475-43D9-6901EF3DA1BC}"/>
              </a:ext>
            </a:extLst>
          </p:cNvPr>
          <p:cNvSpPr/>
          <p:nvPr/>
        </p:nvSpPr>
        <p:spPr>
          <a:xfrm>
            <a:off x="7606683" y="3134912"/>
            <a:ext cx="1233996" cy="237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Feb 25</a:t>
            </a:r>
            <a:endParaRPr lang="fr-CA" sz="1200" b="1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834C02-4564-5525-F84C-E2EAF29B15C9}"/>
              </a:ext>
            </a:extLst>
          </p:cNvPr>
          <p:cNvSpPr/>
          <p:nvPr/>
        </p:nvSpPr>
        <p:spPr>
          <a:xfrm>
            <a:off x="8734148" y="3134912"/>
            <a:ext cx="1233996" cy="237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Feb 26</a:t>
            </a:r>
            <a:endParaRPr lang="fr-CA" sz="1200" b="1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7CE5E5-85EC-0474-7225-179D92E1C8E2}"/>
              </a:ext>
            </a:extLst>
          </p:cNvPr>
          <p:cNvSpPr/>
          <p:nvPr/>
        </p:nvSpPr>
        <p:spPr>
          <a:xfrm>
            <a:off x="10056921" y="3134912"/>
            <a:ext cx="1233996" cy="237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Feb 27</a:t>
            </a:r>
            <a:endParaRPr lang="fr-CA" sz="1200" b="1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9D46A03-AF3E-C346-E1C4-A5F373413DCF}"/>
              </a:ext>
            </a:extLst>
          </p:cNvPr>
          <p:cNvSpPr/>
          <p:nvPr/>
        </p:nvSpPr>
        <p:spPr>
          <a:xfrm>
            <a:off x="7294486" y="5620906"/>
            <a:ext cx="2071457" cy="654297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Previous</a:t>
            </a:r>
            <a:endParaRPr lang="fr-CA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5AA2464-389C-0657-3C0A-35C6E978BD3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33556" y="4633847"/>
            <a:ext cx="450633" cy="41057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D1A0DB4-B04A-C478-FFD0-C35F79FB861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66531" y="4633847"/>
            <a:ext cx="450633" cy="41057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1EF3FFC-E399-ACE5-813B-4C2E90EC71C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30576" y="4625266"/>
            <a:ext cx="450633" cy="41057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337EA5E-2B84-5F0A-C619-F36174D3A57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63551" y="4625266"/>
            <a:ext cx="450633" cy="41057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51343FF-9B92-C1D7-A7A1-3F0CF25EA3A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04897" y="4625266"/>
            <a:ext cx="450633" cy="41057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F7BE576-3AAD-F2BE-A22E-47FFD474E6E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46243" y="4625266"/>
            <a:ext cx="450633" cy="41057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DEC982E-011B-41E0-AAD4-8CF5861D4C3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566645" y="4625266"/>
            <a:ext cx="450633" cy="41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30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98CA7F-C265-3AF9-C180-5DB3AD0EE9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169"/>
          <a:stretch>
            <a:fillRect/>
          </a:stretch>
        </p:blipFill>
        <p:spPr>
          <a:xfrm>
            <a:off x="9151082" y="2932043"/>
            <a:ext cx="2801924" cy="18495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6D47B9-125B-7610-6FCE-42BF108F8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3209" y="1790631"/>
            <a:ext cx="2124371" cy="990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C185CB-CB23-BD85-79F9-F01EA72CA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67" y="1051926"/>
            <a:ext cx="9034215" cy="49910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E7FB0C2-4D4D-A467-4DA3-A19343B7A242}"/>
              </a:ext>
            </a:extLst>
          </p:cNvPr>
          <p:cNvSpPr/>
          <p:nvPr/>
        </p:nvSpPr>
        <p:spPr>
          <a:xfrm>
            <a:off x="116867" y="2175030"/>
            <a:ext cx="3522978" cy="181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28A5811-573B-18BB-DD4F-C6ABDEC5FB48}"/>
              </a:ext>
            </a:extLst>
          </p:cNvPr>
          <p:cNvSpPr/>
          <p:nvPr/>
        </p:nvSpPr>
        <p:spPr>
          <a:xfrm>
            <a:off x="9151082" y="1615183"/>
            <a:ext cx="2924051" cy="4483223"/>
          </a:xfrm>
          <a:prstGeom prst="roundRect">
            <a:avLst>
              <a:gd name="adj" fmla="val 3005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EEEA33-3872-320A-3BE7-AA7238643F1A}"/>
              </a:ext>
            </a:extLst>
          </p:cNvPr>
          <p:cNvSpPr/>
          <p:nvPr/>
        </p:nvSpPr>
        <p:spPr>
          <a:xfrm>
            <a:off x="116867" y="1111411"/>
            <a:ext cx="3611754" cy="514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chemeClr val="tx1"/>
                </a:solidFill>
              </a:rPr>
              <a:t>Your Schedule</a:t>
            </a:r>
            <a:endParaRPr lang="fr-CA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4219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EF355C-9FE0-0876-7045-429ED8FADC60}"/>
              </a:ext>
            </a:extLst>
          </p:cNvPr>
          <p:cNvSpPr txBox="1"/>
          <p:nvPr/>
        </p:nvSpPr>
        <p:spPr>
          <a:xfrm>
            <a:off x="805070" y="327991"/>
            <a:ext cx="4909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Leave Request</a:t>
            </a:r>
            <a:endParaRPr lang="fr-CA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902CAA-B21C-18F3-C4EC-CA9B9FA8E1CE}"/>
              </a:ext>
            </a:extLst>
          </p:cNvPr>
          <p:cNvSpPr txBox="1"/>
          <p:nvPr/>
        </p:nvSpPr>
        <p:spPr>
          <a:xfrm>
            <a:off x="805070" y="1540565"/>
            <a:ext cx="2000274" cy="408623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DD/MM/YYYY</a:t>
            </a:r>
            <a:endParaRPr lang="fr-CA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963068-F2DC-ABBA-18E4-A47CC451D542}"/>
              </a:ext>
            </a:extLst>
          </p:cNvPr>
          <p:cNvSpPr txBox="1"/>
          <p:nvPr/>
        </p:nvSpPr>
        <p:spPr>
          <a:xfrm>
            <a:off x="805070" y="1131942"/>
            <a:ext cx="4909930" cy="408623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Date:</a:t>
            </a:r>
            <a:endParaRPr lang="fr-CA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DA945F-BAFD-BC91-66A3-C6A786BB8A92}"/>
              </a:ext>
            </a:extLst>
          </p:cNvPr>
          <p:cNvSpPr txBox="1"/>
          <p:nvPr/>
        </p:nvSpPr>
        <p:spPr>
          <a:xfrm>
            <a:off x="3220167" y="1131942"/>
            <a:ext cx="2000274" cy="340519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Reason: (Drop down)</a:t>
            </a:r>
            <a:endParaRPr lang="fr-CA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4AE545-90F9-8AFF-551C-AAE993F6D25D}"/>
              </a:ext>
            </a:extLst>
          </p:cNvPr>
          <p:cNvSpPr txBox="1"/>
          <p:nvPr/>
        </p:nvSpPr>
        <p:spPr>
          <a:xfrm>
            <a:off x="3335206" y="1540565"/>
            <a:ext cx="2000274" cy="102155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Paid Sick/ Unpaid Sick /</a:t>
            </a:r>
            <a:br>
              <a:rPr lang="en-GB" b="1" dirty="0"/>
            </a:br>
            <a:r>
              <a:rPr lang="en-GB" b="1" dirty="0"/>
              <a:t>Personal</a:t>
            </a:r>
            <a:endParaRPr lang="fr-CA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064A7D-5351-F6E4-1B24-D9D7F5006AA9}"/>
              </a:ext>
            </a:extLst>
          </p:cNvPr>
          <p:cNvSpPr txBox="1"/>
          <p:nvPr/>
        </p:nvSpPr>
        <p:spPr>
          <a:xfrm>
            <a:off x="909545" y="5242933"/>
            <a:ext cx="2000274" cy="40862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3.5 hours</a:t>
            </a:r>
            <a:endParaRPr lang="fr-CA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5172D5-DA3B-9A5B-2E28-4E90C031F444}"/>
              </a:ext>
            </a:extLst>
          </p:cNvPr>
          <p:cNvSpPr txBox="1"/>
          <p:nvPr/>
        </p:nvSpPr>
        <p:spPr>
          <a:xfrm>
            <a:off x="909545" y="4852153"/>
            <a:ext cx="2000274" cy="340519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Hours Scheduled</a:t>
            </a:r>
            <a:endParaRPr lang="fr-CA" sz="1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56720E-A266-3C8F-937B-720339638785}"/>
              </a:ext>
            </a:extLst>
          </p:cNvPr>
          <p:cNvSpPr txBox="1"/>
          <p:nvPr/>
        </p:nvSpPr>
        <p:spPr>
          <a:xfrm>
            <a:off x="3616149" y="4829718"/>
            <a:ext cx="2000274" cy="340519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Hours Available</a:t>
            </a:r>
            <a:endParaRPr lang="fr-CA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1FD7CB-BE4B-1176-CF4B-0F8B5A6CCF4F}"/>
              </a:ext>
            </a:extLst>
          </p:cNvPr>
          <p:cNvSpPr txBox="1"/>
          <p:nvPr/>
        </p:nvSpPr>
        <p:spPr>
          <a:xfrm>
            <a:off x="3439681" y="5242933"/>
            <a:ext cx="2000274" cy="40862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40.0 hours</a:t>
            </a:r>
            <a:endParaRPr lang="fr-CA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B811AB-36DA-3117-5489-1603F80D99E0}"/>
              </a:ext>
            </a:extLst>
          </p:cNvPr>
          <p:cNvSpPr txBox="1"/>
          <p:nvPr/>
        </p:nvSpPr>
        <p:spPr>
          <a:xfrm>
            <a:off x="805070" y="2371667"/>
            <a:ext cx="2000274" cy="715089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Full Day/Half Day</a:t>
            </a:r>
            <a:endParaRPr lang="fr-CA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04715E-F870-ECDB-0C1D-83FB1CCBBD0D}"/>
              </a:ext>
            </a:extLst>
          </p:cNvPr>
          <p:cNvSpPr txBox="1"/>
          <p:nvPr/>
        </p:nvSpPr>
        <p:spPr>
          <a:xfrm>
            <a:off x="805070" y="2011433"/>
            <a:ext cx="4909930" cy="408623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Type: (Drop down)</a:t>
            </a:r>
            <a:endParaRPr lang="fr-CA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8B0E7E-1CF8-EB40-8158-92E9AE15FB1F}"/>
              </a:ext>
            </a:extLst>
          </p:cNvPr>
          <p:cNvSpPr txBox="1"/>
          <p:nvPr/>
        </p:nvSpPr>
        <p:spPr>
          <a:xfrm>
            <a:off x="816988" y="3531627"/>
            <a:ext cx="2000274" cy="408623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8:00 AM</a:t>
            </a:r>
            <a:endParaRPr lang="fr-CA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E0D3B0-7C97-5095-0092-ABFFFC583B01}"/>
              </a:ext>
            </a:extLst>
          </p:cNvPr>
          <p:cNvSpPr txBox="1"/>
          <p:nvPr/>
        </p:nvSpPr>
        <p:spPr>
          <a:xfrm>
            <a:off x="805070" y="4300702"/>
            <a:ext cx="2000274" cy="408623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12:00 AM</a:t>
            </a:r>
            <a:endParaRPr lang="fr-CA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9D68BD-8220-5E0B-3D81-F7293E486010}"/>
              </a:ext>
            </a:extLst>
          </p:cNvPr>
          <p:cNvSpPr txBox="1"/>
          <p:nvPr/>
        </p:nvSpPr>
        <p:spPr>
          <a:xfrm>
            <a:off x="760071" y="318604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Start time:</a:t>
            </a:r>
            <a:endParaRPr lang="fr-CA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FE28F4-FE86-9DF5-DA5A-0195D2544351}"/>
              </a:ext>
            </a:extLst>
          </p:cNvPr>
          <p:cNvSpPr txBox="1"/>
          <p:nvPr/>
        </p:nvSpPr>
        <p:spPr>
          <a:xfrm>
            <a:off x="760071" y="3897061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End time:</a:t>
            </a:r>
            <a:endParaRPr lang="fr-CA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8157AD-1D3B-AB07-FC2B-78063620E290}"/>
              </a:ext>
            </a:extLst>
          </p:cNvPr>
          <p:cNvSpPr txBox="1"/>
          <p:nvPr/>
        </p:nvSpPr>
        <p:spPr>
          <a:xfrm>
            <a:off x="3347251" y="3428999"/>
            <a:ext cx="2000274" cy="1328023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////////////////////////////////////////////////////////////////////////</a:t>
            </a:r>
            <a:endParaRPr lang="fr-CA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A91B9F-BBF0-4F41-DCAE-105136E85B53}"/>
              </a:ext>
            </a:extLst>
          </p:cNvPr>
          <p:cNvSpPr txBox="1"/>
          <p:nvPr/>
        </p:nvSpPr>
        <p:spPr>
          <a:xfrm>
            <a:off x="3220167" y="2932439"/>
            <a:ext cx="2000274" cy="340519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Comments</a:t>
            </a:r>
            <a:endParaRPr lang="fr-CA" sz="1400" b="1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7458BEB-3B16-323D-A97C-0CFFA74E1353}"/>
              </a:ext>
            </a:extLst>
          </p:cNvPr>
          <p:cNvSpPr/>
          <p:nvPr/>
        </p:nvSpPr>
        <p:spPr>
          <a:xfrm>
            <a:off x="3311659" y="5875712"/>
            <a:ext cx="2071457" cy="654297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Submit</a:t>
            </a:r>
            <a:endParaRPr lang="fr-CA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C82ADD2-84F4-C531-65B7-47C3C3BCB852}"/>
              </a:ext>
            </a:extLst>
          </p:cNvPr>
          <p:cNvSpPr/>
          <p:nvPr/>
        </p:nvSpPr>
        <p:spPr>
          <a:xfrm>
            <a:off x="873953" y="5875712"/>
            <a:ext cx="2071457" cy="654297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Previous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605235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110</Words>
  <Application>Microsoft Office PowerPoint</Application>
  <PresentationFormat>Widescreen</PresentationFormat>
  <Paragraphs>49</Paragraphs>
  <Slides>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Upul Madhusanka Atapattu</dc:creator>
  <cp:lastModifiedBy>Upul Madhusanka Atapattu</cp:lastModifiedBy>
  <cp:revision>1</cp:revision>
  <dcterms:created xsi:type="dcterms:W3CDTF">2026-02-17T17:36:21Z</dcterms:created>
  <dcterms:modified xsi:type="dcterms:W3CDTF">2026-02-20T04:48:28Z</dcterms:modified>
</cp:coreProperties>
</file>