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81E8E-CC15-49EC-509C-51F6C3310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B44AF4-67F7-2691-4484-17C1D1F7E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3908D-5EF0-63A9-4622-CD58FF9F2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52CA7-CF25-2C0C-D94B-7C55B44D9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D9212-9674-72E6-E9C7-5A6CAEAB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1808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61B47-E21D-C04C-B988-CD1915A1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4B0D1-28C3-7598-62CD-3949BD97C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CEE3AD-6301-A7DE-6CD3-4270FF733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00C73-D57F-3967-2933-EDCB7EB3E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988A1-B35C-5CD5-1FBC-CCAA5F13E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8080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A25B2-65E5-F5B1-E8EE-19ABB73D2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CF206-8AD1-1412-AABF-CF6462D202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319A-749B-333A-26B7-A65188504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29916-6835-2AEF-1B29-B73A43035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B4734-E7E8-5D8F-3F22-54C3AAA29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16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F4E10-C564-7AB6-64BF-6691461DF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101AA-B97A-9D72-6FE4-39333DAEA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474226-9623-CEC8-3D01-4FEB5E23F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A2119-E1EA-B00F-DD29-0376DFA0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CB8B3F-9E9A-72BB-2452-EEF3B3BC7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F7A9F3-6207-3FF6-5483-FDC63980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78910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1B36F-2147-5BE9-7D58-4D243CF3B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CBA2B-21BB-144B-4688-DFBE5558D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41789-18B5-6719-9B47-706F51A21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8E7A34-E11A-76F9-410C-F88CFF5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E3A556-2AA3-A8A4-67F7-875D3AF76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C529ED-C6E5-D791-A6C7-1467F41B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52DE51-BB26-6CFA-4299-3CEF00AC8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98EAAA-FA49-424A-295F-E1ACBE084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395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C53A-2BA9-89DF-C944-B60B8D7E0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C0BF27-B9E9-9014-B4CF-7B885B9F2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598DF5-F0AA-98B4-6AA3-2E54A9D0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2C6A1B-553E-6096-E135-04847FE8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24448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3FB66-E697-90CA-7FFA-2B4ACAF2E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82CE6-8445-1279-B632-30BEF709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F989B6-6AFB-E847-C2F7-71E187F46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99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D46A-CAAB-F27D-5731-B9755FDD4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4C189-9465-C67C-8342-5E0E71A3C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92EC2B-BD64-6E98-27D9-CF99C7FB0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2B08A2-516F-8D72-D73B-2039700DD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571D8-B65C-3567-98DE-6437A7E0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C3F8C-FF48-6688-42F9-01004880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503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09769-BBCC-7374-4742-33E07A0F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5A81D-2759-9EB9-FBD9-FFD3D0C61F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60964-188F-8A81-4F22-CF2142B8E7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9767E-59A8-7467-46F2-A566673C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772A7-D6A9-FB65-EDFA-E5DA812E1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572E80-9899-B524-7476-148B0CFD6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96694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7A1B-3E41-0DE5-A0DC-B2D278B6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9BBDA2-1400-C069-343B-846FC84ADC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6D8D6-917B-43BA-94D7-F4DB394A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E8CCB-460D-91BF-95AE-388DF06A2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912900-E19F-3525-DEE9-95A6B393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6319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17F48E-D4CA-2334-577E-18F7693A5D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DBEDB-78D5-AEAB-FAA4-192FB1485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1866F-6C72-D6CD-CA68-F2E8DEF1A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5FAA-B915-B8FC-A491-C9731FD30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C38ED-9A9B-C46F-5DCE-4F6DACF86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933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31EFE-CF76-F5F4-71E4-ABA6B0596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E729DE-6E00-6E17-C930-6958526F7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82F85-B3A9-894A-76CF-AB5E5475BB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657743-0912-40C4-988A-83B497B45514}" type="datetimeFigureOut">
              <a:rPr lang="en-CA" smtClean="0"/>
              <a:t>2026-02-06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03165-D01C-4A84-26B2-868626DCD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CA259A-DEFB-2CBB-4F95-5E72C9734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279205-4A36-4354-9C94-DAA0AEDB125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6540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s/t_69862e8cc838819195f15e36960bdef5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0F1F2A-1860-8C8F-824C-93172BA74C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JOBBER</a:t>
            </a:r>
          </a:p>
        </p:txBody>
      </p:sp>
    </p:spTree>
    <p:extLst>
      <p:ext uri="{BB962C8B-B14F-4D97-AF65-F5344CB8AC3E}">
        <p14:creationId xmlns:p14="http://schemas.microsoft.com/office/powerpoint/2010/main" val="356313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656ED5-9893-AFD2-726B-A80CEFFFD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9400"/>
            <a:ext cx="12192000" cy="629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93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B7DDB-F436-8EEF-4AEA-CDB26FAA6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32" y="222972"/>
            <a:ext cx="4098986" cy="36761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984C24-1219-27A4-26F7-8424FE046484}"/>
              </a:ext>
            </a:extLst>
          </p:cNvPr>
          <p:cNvSpPr txBox="1"/>
          <p:nvPr/>
        </p:nvSpPr>
        <p:spPr>
          <a:xfrm>
            <a:off x="5874589" y="422694"/>
            <a:ext cx="57020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Instructions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WIFI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Photo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29980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CBDF23-54D6-444E-55F9-ADF45C3FC478}"/>
              </a:ext>
            </a:extLst>
          </p:cNvPr>
          <p:cNvSpPr txBox="1"/>
          <p:nvPr/>
        </p:nvSpPr>
        <p:spPr>
          <a:xfrm>
            <a:off x="500332" y="267419"/>
            <a:ext cx="110418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want create a 24*7 </a:t>
            </a:r>
            <a:r>
              <a:rPr lang="en-US" dirty="0" err="1"/>
              <a:t>calender</a:t>
            </a:r>
            <a:r>
              <a:rPr lang="en-US" dirty="0"/>
              <a:t> in HTML, so I can later use with react, how would you guide me to do it. Let me show it part by part?</a:t>
            </a:r>
          </a:p>
          <a:p>
            <a:endParaRPr lang="en-CA" dirty="0"/>
          </a:p>
          <a:p>
            <a:endParaRPr lang="en-CA" dirty="0"/>
          </a:p>
          <a:p>
            <a:r>
              <a:rPr lang="en-CA" dirty="0">
                <a:hlinkClick r:id="rId2"/>
              </a:rPr>
              <a:t>https://chatgpt.com/s/t_69862e8cc838819195f15e36960bdef5</a:t>
            </a: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77164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8826DE-AD3E-DF90-4476-C958BF97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65" y="99548"/>
            <a:ext cx="3243037" cy="37407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06FA31-01AC-41B9-45D1-609686504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861" y="0"/>
            <a:ext cx="49162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30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0C183E-A899-E764-8A17-18F8E1D25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273" y="61415"/>
            <a:ext cx="3858163" cy="4544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FF4E8A-526F-D9B1-71ED-A509B5106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971" y="61415"/>
            <a:ext cx="4828272" cy="32927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6384C7-54A0-B897-C509-AF68328F307E}"/>
              </a:ext>
            </a:extLst>
          </p:cNvPr>
          <p:cNvSpPr txBox="1"/>
          <p:nvPr/>
        </p:nvSpPr>
        <p:spPr>
          <a:xfrm>
            <a:off x="8971472" y="845389"/>
            <a:ext cx="1414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EDIT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B4813B-9178-5B25-BD4C-782867BAB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730" y="2406355"/>
            <a:ext cx="3646678" cy="3779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8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6DA297-3A0B-84BD-96A2-CC170515E045}"/>
              </a:ext>
            </a:extLst>
          </p:cNvPr>
          <p:cNvSpPr/>
          <p:nvPr/>
        </p:nvSpPr>
        <p:spPr>
          <a:xfrm>
            <a:off x="2449901" y="112143"/>
            <a:ext cx="6538823" cy="5865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DASHBOARD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97E32A-3BA5-A3CD-A65D-DD1DF0C8B3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703" y="1004019"/>
            <a:ext cx="7459148" cy="4972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83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12AAC-4BB0-8C22-A5AD-A14BB0FA7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2691"/>
            <a:ext cx="12192000" cy="52326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A4620A-87CD-1D6C-61F3-51067ABD58EE}"/>
              </a:ext>
            </a:extLst>
          </p:cNvPr>
          <p:cNvSpPr/>
          <p:nvPr/>
        </p:nvSpPr>
        <p:spPr>
          <a:xfrm>
            <a:off x="2449901" y="112143"/>
            <a:ext cx="6538823" cy="5865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CLIENTS</a:t>
            </a:r>
          </a:p>
        </p:txBody>
      </p:sp>
    </p:spTree>
    <p:extLst>
      <p:ext uri="{BB962C8B-B14F-4D97-AF65-F5344CB8AC3E}">
        <p14:creationId xmlns:p14="http://schemas.microsoft.com/office/powerpoint/2010/main" val="2908454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12AAC-4BB0-8C22-A5AD-A14BB0FA7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0641" y="812691"/>
            <a:ext cx="11870718" cy="523261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A4620A-87CD-1D6C-61F3-51067ABD58EE}"/>
              </a:ext>
            </a:extLst>
          </p:cNvPr>
          <p:cNvSpPr/>
          <p:nvPr/>
        </p:nvSpPr>
        <p:spPr>
          <a:xfrm>
            <a:off x="2449901" y="112143"/>
            <a:ext cx="6538823" cy="5865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TIMESHEETS</a:t>
            </a:r>
          </a:p>
        </p:txBody>
      </p:sp>
    </p:spTree>
    <p:extLst>
      <p:ext uri="{BB962C8B-B14F-4D97-AF65-F5344CB8AC3E}">
        <p14:creationId xmlns:p14="http://schemas.microsoft.com/office/powerpoint/2010/main" val="2130795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976047-BC19-B761-ACB0-51F4A0B3F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0702"/>
            <a:ext cx="12192000" cy="525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79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F0C820-BD9E-BB70-076C-8BB4E2D41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6785"/>
            <a:ext cx="12192000" cy="500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416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9F87CD-5093-0BE5-1B0F-7EC8D23582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775"/>
            <a:ext cx="12192000" cy="4916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67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146B0F-B0CD-3BE5-92B5-BE9669772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6301"/>
            <a:ext cx="12192000" cy="4965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69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6E3768-8170-2B3E-25FB-E6DE6511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2542"/>
            <a:ext cx="12192000" cy="573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71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</Words>
  <Application>Microsoft Office PowerPoint</Application>
  <PresentationFormat>Widescreen</PresentationFormat>
  <Paragraphs>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JOBBER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Atapattu, Upul M.</dc:creator>
  <cp:lastModifiedBy>Atapattu, Upul M.</cp:lastModifiedBy>
  <cp:revision>2</cp:revision>
  <dcterms:created xsi:type="dcterms:W3CDTF">2026-02-06T18:25:47Z</dcterms:created>
  <dcterms:modified xsi:type="dcterms:W3CDTF">2026-02-06T18:30:49Z</dcterms:modified>
</cp:coreProperties>
</file>